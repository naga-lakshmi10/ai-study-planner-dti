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1" i="0" cap="all"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6A4B53A7-3209-46A6-9454-F38EAC8F11E7}" type="datetimeFigureOut">
              <a:rPr lang="en-US" smtClean="0"/>
              <a:t>4/28/2026</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9135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6A4B53A7-3209-46A6-9454-F38EAC8F11E7}" type="datetimeFigureOut">
              <a:rPr lang="en-US" smtClean="0"/>
              <a:t>4/28/2026</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6365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6A4B53A7-3209-46A6-9454-F38EAC8F11E7}" type="datetimeFigureOut">
              <a:rPr lang="en-US" smtClean="0"/>
              <a:t>4/28/2026</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566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6A4B53A7-3209-46A6-9454-F38EAC8F11E7}" type="datetimeFigureOut">
              <a:rPr lang="en-US" smtClean="0"/>
              <a:t>4/28/2026</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7476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6A4B53A7-3209-46A6-9454-F38EAC8F11E7}" type="datetimeFigureOut">
              <a:rPr lang="en-US" smtClean="0"/>
              <a:t>4/28/2026</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2758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6A4B53A7-3209-46A6-9454-F38EAC8F11E7}" type="datetimeFigureOut">
              <a:rPr lang="en-US" smtClean="0"/>
              <a:t>4/28/2026</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481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6A4B53A7-3209-46A6-9454-F38EAC8F11E7}" type="datetimeFigureOut">
              <a:rPr lang="en-US" smtClean="0"/>
              <a:t>4/28/2026</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769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6A4B53A7-3209-46A6-9454-F38EAC8F11E7}" type="datetimeFigureOut">
              <a:rPr lang="en-US" smtClean="0"/>
              <a:t>4/28/2026</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3952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A4B53A7-3209-46A6-9454-F38EAC8F11E7}" type="datetimeFigureOut">
              <a:rPr lang="en-US" smtClean="0"/>
              <a:t>4/28/2026</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3368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6A4B53A7-3209-46A6-9454-F38EAC8F11E7}" type="datetimeFigureOut">
              <a:rPr lang="en-US" smtClean="0"/>
              <a:t>4/28/2026</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2026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6A4B53A7-3209-46A6-9454-F38EAC8F11E7}" type="datetimeFigureOut">
              <a:rPr lang="en-US" smtClean="0"/>
              <a:t>4/28/2026</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904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tx1">
                    <a:tint val="75000"/>
                  </a:schemeClr>
                </a:solidFill>
              </a:defRPr>
            </a:lvl1pPr>
          </a:lstStyle>
          <a:p>
            <a:fld id="{6A4B53A7-3209-46A6-9454-F38EAC8F11E7}" type="datetimeFigureOut">
              <a:rPr lang="en-US" smtClean="0"/>
              <a:pPr/>
              <a:t>4/28/2026</a:t>
            </a:fld>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377947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EC3C7-42D3-795D-90E2-7EBA73A4D763}"/>
              </a:ext>
            </a:extLst>
          </p:cNvPr>
          <p:cNvSpPr>
            <a:spLocks noGrp="1"/>
          </p:cNvSpPr>
          <p:nvPr>
            <p:ph type="ctrTitle"/>
          </p:nvPr>
        </p:nvSpPr>
        <p:spPr/>
        <p:txBody>
          <a:bodyPr/>
          <a:lstStyle/>
          <a:p>
            <a:r>
              <a:rPr lang="en-IN" dirty="0"/>
              <a:t>AI Powered Study Planner</a:t>
            </a:r>
          </a:p>
        </p:txBody>
      </p:sp>
      <p:sp>
        <p:nvSpPr>
          <p:cNvPr id="3" name="Subtitle 2">
            <a:extLst>
              <a:ext uri="{FF2B5EF4-FFF2-40B4-BE49-F238E27FC236}">
                <a16:creationId xmlns:a16="http://schemas.microsoft.com/office/drawing/2014/main" id="{2157F84A-6502-3CB2-345C-582E85E6BC79}"/>
              </a:ext>
            </a:extLst>
          </p:cNvPr>
          <p:cNvSpPr>
            <a:spLocks noGrp="1"/>
          </p:cNvSpPr>
          <p:nvPr>
            <p:ph type="subTitle" idx="1"/>
          </p:nvPr>
        </p:nvSpPr>
        <p:spPr>
          <a:xfrm>
            <a:off x="1661652" y="3602037"/>
            <a:ext cx="9006348" cy="2720105"/>
          </a:xfrm>
        </p:spPr>
        <p:txBody>
          <a:bodyPr>
            <a:normAutofit/>
          </a:bodyPr>
          <a:lstStyle/>
          <a:p>
            <a:r>
              <a:rPr lang="en-US" b="1" dirty="0"/>
              <a:t>Presented by:</a:t>
            </a:r>
            <a:br>
              <a:rPr lang="en-US" dirty="0"/>
            </a:br>
            <a:r>
              <a:rPr lang="en-US" dirty="0"/>
              <a:t>Nagalakshmi(24A31A05GX)</a:t>
            </a:r>
          </a:p>
          <a:p>
            <a:r>
              <a:rPr lang="en-US" dirty="0" err="1"/>
              <a:t>Shajida</a:t>
            </a:r>
            <a:r>
              <a:rPr lang="en-US" dirty="0"/>
              <a:t>(24A31A05HM)</a:t>
            </a:r>
          </a:p>
          <a:p>
            <a:r>
              <a:rPr lang="en-US" dirty="0"/>
              <a:t>Varshini(24A31A05HX)</a:t>
            </a:r>
          </a:p>
          <a:p>
            <a:r>
              <a:rPr lang="en-US" dirty="0" err="1"/>
              <a:t>Bhavishyathasri</a:t>
            </a:r>
            <a:r>
              <a:rPr lang="en-US" dirty="0"/>
              <a:t>(24A31A05HW)</a:t>
            </a:r>
          </a:p>
          <a:p>
            <a:r>
              <a:rPr lang="en-US" dirty="0"/>
              <a:t>CSE-E</a:t>
            </a:r>
          </a:p>
          <a:p>
            <a:endParaRPr lang="en-US" dirty="0"/>
          </a:p>
          <a:p>
            <a:endParaRPr lang="en-IN" dirty="0"/>
          </a:p>
        </p:txBody>
      </p:sp>
    </p:spTree>
    <p:extLst>
      <p:ext uri="{BB962C8B-B14F-4D97-AF65-F5344CB8AC3E}">
        <p14:creationId xmlns:p14="http://schemas.microsoft.com/office/powerpoint/2010/main" val="625870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DEB58-B79E-7C40-1524-0E3294653975}"/>
              </a:ext>
            </a:extLst>
          </p:cNvPr>
          <p:cNvSpPr>
            <a:spLocks noGrp="1"/>
          </p:cNvSpPr>
          <p:nvPr>
            <p:ph type="title"/>
          </p:nvPr>
        </p:nvSpPr>
        <p:spPr/>
        <p:txBody>
          <a:bodyPr>
            <a:normAutofit/>
          </a:bodyPr>
          <a:lstStyle/>
          <a:p>
            <a:r>
              <a:rPr lang="en-US" b="1" dirty="0"/>
              <a:t>Objective</a:t>
            </a:r>
            <a:endParaRPr lang="en-IN" dirty="0"/>
          </a:p>
        </p:txBody>
      </p:sp>
      <p:sp>
        <p:nvSpPr>
          <p:cNvPr id="3" name="Content Placeholder 2">
            <a:extLst>
              <a:ext uri="{FF2B5EF4-FFF2-40B4-BE49-F238E27FC236}">
                <a16:creationId xmlns:a16="http://schemas.microsoft.com/office/drawing/2014/main" id="{68C275B7-7EF5-2BDB-E285-55B30DC11230}"/>
              </a:ext>
            </a:extLst>
          </p:cNvPr>
          <p:cNvSpPr>
            <a:spLocks noGrp="1"/>
          </p:cNvSpPr>
          <p:nvPr>
            <p:ph idx="1"/>
          </p:nvPr>
        </p:nvSpPr>
        <p:spPr/>
        <p:txBody>
          <a:bodyPr/>
          <a:lstStyle/>
          <a:p>
            <a:r>
              <a:rPr lang="en-US" sz="2400" dirty="0"/>
              <a:t>To design an AI-based study planning system </a:t>
            </a:r>
          </a:p>
          <a:p>
            <a:r>
              <a:rPr lang="en-US" sz="2400" dirty="0"/>
              <a:t>To help students manage time effectively </a:t>
            </a:r>
          </a:p>
          <a:p>
            <a:r>
              <a:rPr lang="en-US" sz="2400" dirty="0"/>
              <a:t>To generate smart and personalized study schedules </a:t>
            </a:r>
          </a:p>
          <a:p>
            <a:r>
              <a:rPr lang="en-US" sz="2400" dirty="0"/>
              <a:t>To improve productivity and learning efficiency</a:t>
            </a:r>
          </a:p>
          <a:p>
            <a:r>
              <a:rPr lang="en-US" sz="2400" dirty="0"/>
              <a:t>To support better exam preparation with structured planning</a:t>
            </a:r>
          </a:p>
          <a:p>
            <a:r>
              <a:rPr lang="en-US" sz="2400" dirty="0"/>
              <a:t>To reduce stress by organizing study tasks systematically</a:t>
            </a:r>
          </a:p>
        </p:txBody>
      </p:sp>
    </p:spTree>
    <p:extLst>
      <p:ext uri="{BB962C8B-B14F-4D97-AF65-F5344CB8AC3E}">
        <p14:creationId xmlns:p14="http://schemas.microsoft.com/office/powerpoint/2010/main" val="624183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6DA52-1583-0D43-8623-BD15E6A69066}"/>
              </a:ext>
            </a:extLst>
          </p:cNvPr>
          <p:cNvSpPr>
            <a:spLocks noGrp="1"/>
          </p:cNvSpPr>
          <p:nvPr>
            <p:ph type="title"/>
          </p:nvPr>
        </p:nvSpPr>
        <p:spPr/>
        <p:txBody>
          <a:bodyPr/>
          <a:lstStyle/>
          <a:p>
            <a:r>
              <a:rPr lang="en-US" b="1" dirty="0"/>
              <a:t>Introduction</a:t>
            </a:r>
            <a:endParaRPr lang="en-IN" dirty="0"/>
          </a:p>
        </p:txBody>
      </p:sp>
      <p:sp>
        <p:nvSpPr>
          <p:cNvPr id="3" name="Content Placeholder 2">
            <a:extLst>
              <a:ext uri="{FF2B5EF4-FFF2-40B4-BE49-F238E27FC236}">
                <a16:creationId xmlns:a16="http://schemas.microsoft.com/office/drawing/2014/main" id="{9D340432-389B-312D-35BE-0102D320879B}"/>
              </a:ext>
            </a:extLst>
          </p:cNvPr>
          <p:cNvSpPr>
            <a:spLocks noGrp="1"/>
          </p:cNvSpPr>
          <p:nvPr>
            <p:ph idx="1"/>
          </p:nvPr>
        </p:nvSpPr>
        <p:spPr/>
        <p:txBody>
          <a:bodyPr/>
          <a:lstStyle/>
          <a:p>
            <a:r>
              <a:rPr lang="en-US" sz="2400" dirty="0"/>
              <a:t>AI Powered Study Planner is a smart web application </a:t>
            </a:r>
          </a:p>
          <a:p>
            <a:r>
              <a:rPr lang="en-US" sz="2400" dirty="0"/>
              <a:t>It helps students organize study schedules easily </a:t>
            </a:r>
          </a:p>
          <a:p>
            <a:r>
              <a:rPr lang="en-US" sz="2400" dirty="0"/>
              <a:t>Uses AI logic to optimize time and subjects </a:t>
            </a:r>
          </a:p>
          <a:p>
            <a:r>
              <a:rPr lang="en-US" sz="2400" dirty="0"/>
              <a:t>Provides a simple and interactive dashboard </a:t>
            </a:r>
          </a:p>
          <a:p>
            <a:r>
              <a:rPr lang="en-US" sz="2400" dirty="0"/>
              <a:t>Helps students stay consistent in their studies </a:t>
            </a:r>
          </a:p>
        </p:txBody>
      </p:sp>
    </p:spTree>
    <p:extLst>
      <p:ext uri="{BB962C8B-B14F-4D97-AF65-F5344CB8AC3E}">
        <p14:creationId xmlns:p14="http://schemas.microsoft.com/office/powerpoint/2010/main" val="1899434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03982-3D32-0F5E-AE80-6375071F5F75}"/>
              </a:ext>
            </a:extLst>
          </p:cNvPr>
          <p:cNvSpPr>
            <a:spLocks noGrp="1"/>
          </p:cNvSpPr>
          <p:nvPr>
            <p:ph type="title"/>
          </p:nvPr>
        </p:nvSpPr>
        <p:spPr/>
        <p:txBody>
          <a:bodyPr>
            <a:normAutofit/>
          </a:bodyPr>
          <a:lstStyle/>
          <a:p>
            <a:r>
              <a:rPr lang="en-US" b="1" dirty="0"/>
              <a:t>Features</a:t>
            </a:r>
            <a:endParaRPr lang="en-IN" dirty="0"/>
          </a:p>
        </p:txBody>
      </p:sp>
      <p:sp>
        <p:nvSpPr>
          <p:cNvPr id="3" name="Content Placeholder 2">
            <a:extLst>
              <a:ext uri="{FF2B5EF4-FFF2-40B4-BE49-F238E27FC236}">
                <a16:creationId xmlns:a16="http://schemas.microsoft.com/office/drawing/2014/main" id="{1B45CA6B-C2D4-3D82-C29E-7C53F710E636}"/>
              </a:ext>
            </a:extLst>
          </p:cNvPr>
          <p:cNvSpPr>
            <a:spLocks noGrp="1"/>
          </p:cNvSpPr>
          <p:nvPr>
            <p:ph idx="1"/>
          </p:nvPr>
        </p:nvSpPr>
        <p:spPr/>
        <p:txBody>
          <a:bodyPr/>
          <a:lstStyle/>
          <a:p>
            <a:r>
              <a:rPr lang="en-US" sz="2400" dirty="0"/>
              <a:t>Smart study timetable generation </a:t>
            </a:r>
          </a:p>
          <a:p>
            <a:r>
              <a:rPr lang="en-US" sz="2400" dirty="0"/>
              <a:t>Daily and weekly planner view </a:t>
            </a:r>
          </a:p>
          <a:p>
            <a:r>
              <a:rPr lang="en-US" sz="2400" dirty="0"/>
              <a:t>Task creation and management </a:t>
            </a:r>
          </a:p>
          <a:p>
            <a:r>
              <a:rPr lang="en-US" sz="2400" dirty="0"/>
              <a:t>Progress tracking system </a:t>
            </a:r>
          </a:p>
          <a:p>
            <a:r>
              <a:rPr lang="en-US" sz="2400" dirty="0"/>
              <a:t>Notes and reminders </a:t>
            </a:r>
          </a:p>
          <a:p>
            <a:r>
              <a:rPr lang="en-US" sz="2400" dirty="0"/>
              <a:t>Responsive UI design</a:t>
            </a:r>
          </a:p>
          <a:p>
            <a:endParaRPr lang="en-IN" dirty="0"/>
          </a:p>
        </p:txBody>
      </p:sp>
    </p:spTree>
    <p:extLst>
      <p:ext uri="{BB962C8B-B14F-4D97-AF65-F5344CB8AC3E}">
        <p14:creationId xmlns:p14="http://schemas.microsoft.com/office/powerpoint/2010/main" val="136623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2208F-07CD-CC7E-E3F7-1C2CF1F6C9BF}"/>
              </a:ext>
            </a:extLst>
          </p:cNvPr>
          <p:cNvSpPr>
            <a:spLocks noGrp="1"/>
          </p:cNvSpPr>
          <p:nvPr>
            <p:ph type="title"/>
          </p:nvPr>
        </p:nvSpPr>
        <p:spPr/>
        <p:txBody>
          <a:bodyPr/>
          <a:lstStyle/>
          <a:p>
            <a:r>
              <a:rPr lang="en-US" b="1" dirty="0"/>
              <a:t>Working / Logic</a:t>
            </a:r>
            <a:endParaRPr lang="en-IN" dirty="0"/>
          </a:p>
        </p:txBody>
      </p:sp>
      <p:sp>
        <p:nvSpPr>
          <p:cNvPr id="3" name="Content Placeholder 2">
            <a:extLst>
              <a:ext uri="{FF2B5EF4-FFF2-40B4-BE49-F238E27FC236}">
                <a16:creationId xmlns:a16="http://schemas.microsoft.com/office/drawing/2014/main" id="{7D141249-0711-7E95-D1E3-868C1A281C84}"/>
              </a:ext>
            </a:extLst>
          </p:cNvPr>
          <p:cNvSpPr>
            <a:spLocks noGrp="1"/>
          </p:cNvSpPr>
          <p:nvPr>
            <p:ph idx="1"/>
          </p:nvPr>
        </p:nvSpPr>
        <p:spPr/>
        <p:txBody>
          <a:bodyPr/>
          <a:lstStyle/>
          <a:p>
            <a:r>
              <a:rPr lang="en-US" sz="2400" dirty="0"/>
              <a:t>User enters subjects, topics, and available time </a:t>
            </a:r>
          </a:p>
          <a:p>
            <a:r>
              <a:rPr lang="en-US" sz="2400" dirty="0"/>
              <a:t>System analyzes priority and workload </a:t>
            </a:r>
          </a:p>
          <a:p>
            <a:r>
              <a:rPr lang="en-US" sz="2400" dirty="0"/>
              <a:t>AI generates optimized study schedule </a:t>
            </a:r>
          </a:p>
          <a:p>
            <a:r>
              <a:rPr lang="en-US" sz="2400" dirty="0"/>
              <a:t>Tasks are stored in local storage </a:t>
            </a:r>
          </a:p>
          <a:p>
            <a:r>
              <a:rPr lang="en-US" sz="2400" dirty="0"/>
              <a:t>User can edit and update tasks anytime </a:t>
            </a:r>
          </a:p>
          <a:p>
            <a:r>
              <a:rPr lang="en-US" sz="2400" dirty="0"/>
              <a:t>Progress is tracked automatically</a:t>
            </a:r>
          </a:p>
        </p:txBody>
      </p:sp>
    </p:spTree>
    <p:extLst>
      <p:ext uri="{BB962C8B-B14F-4D97-AF65-F5344CB8AC3E}">
        <p14:creationId xmlns:p14="http://schemas.microsoft.com/office/powerpoint/2010/main" val="1616336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B5524-2E52-A488-15F5-D9ED0F123048}"/>
              </a:ext>
            </a:extLst>
          </p:cNvPr>
          <p:cNvSpPr>
            <a:spLocks noGrp="1"/>
          </p:cNvSpPr>
          <p:nvPr>
            <p:ph type="title"/>
          </p:nvPr>
        </p:nvSpPr>
        <p:spPr/>
        <p:txBody>
          <a:bodyPr/>
          <a:lstStyle/>
          <a:p>
            <a:r>
              <a:rPr lang="en-IN" b="1" dirty="0"/>
              <a:t>Technology Used</a:t>
            </a:r>
            <a:endParaRPr lang="en-IN" dirty="0"/>
          </a:p>
        </p:txBody>
      </p:sp>
      <p:sp>
        <p:nvSpPr>
          <p:cNvPr id="3" name="Content Placeholder 2">
            <a:extLst>
              <a:ext uri="{FF2B5EF4-FFF2-40B4-BE49-F238E27FC236}">
                <a16:creationId xmlns:a16="http://schemas.microsoft.com/office/drawing/2014/main" id="{7E94F30E-9100-95B9-C94C-700359D550AF}"/>
              </a:ext>
            </a:extLst>
          </p:cNvPr>
          <p:cNvSpPr>
            <a:spLocks noGrp="1"/>
          </p:cNvSpPr>
          <p:nvPr>
            <p:ph idx="1"/>
          </p:nvPr>
        </p:nvSpPr>
        <p:spPr/>
        <p:txBody>
          <a:bodyPr/>
          <a:lstStyle/>
          <a:p>
            <a:r>
              <a:rPr lang="en-IN" sz="2400" dirty="0"/>
              <a:t>HTML – Structure </a:t>
            </a:r>
          </a:p>
          <a:p>
            <a:r>
              <a:rPr lang="en-IN" sz="2400" dirty="0"/>
              <a:t>CSS – Styling </a:t>
            </a:r>
          </a:p>
          <a:p>
            <a:r>
              <a:rPr lang="en-IN" sz="2400" dirty="0"/>
              <a:t>JavaScript – Functionality </a:t>
            </a:r>
          </a:p>
          <a:p>
            <a:r>
              <a:rPr lang="en-IN" sz="2400" dirty="0"/>
              <a:t>AI Logic (Rule-based system) </a:t>
            </a:r>
          </a:p>
          <a:p>
            <a:r>
              <a:rPr lang="en-IN" sz="2400" dirty="0"/>
              <a:t>Local Storage – Data saving</a:t>
            </a:r>
          </a:p>
          <a:p>
            <a:endParaRPr lang="en-IN" dirty="0"/>
          </a:p>
        </p:txBody>
      </p:sp>
    </p:spTree>
    <p:extLst>
      <p:ext uri="{BB962C8B-B14F-4D97-AF65-F5344CB8AC3E}">
        <p14:creationId xmlns:p14="http://schemas.microsoft.com/office/powerpoint/2010/main" val="408731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6FB22-631A-120F-4EFE-6412184182AC}"/>
              </a:ext>
            </a:extLst>
          </p:cNvPr>
          <p:cNvSpPr>
            <a:spLocks noGrp="1"/>
          </p:cNvSpPr>
          <p:nvPr>
            <p:ph type="title"/>
          </p:nvPr>
        </p:nvSpPr>
        <p:spPr/>
        <p:txBody>
          <a:bodyPr/>
          <a:lstStyle/>
          <a:p>
            <a:r>
              <a:rPr lang="en-US" b="1" dirty="0"/>
              <a:t>Modules</a:t>
            </a:r>
            <a:endParaRPr lang="en-IN" dirty="0"/>
          </a:p>
        </p:txBody>
      </p:sp>
      <p:sp>
        <p:nvSpPr>
          <p:cNvPr id="3" name="Content Placeholder 2">
            <a:extLst>
              <a:ext uri="{FF2B5EF4-FFF2-40B4-BE49-F238E27FC236}">
                <a16:creationId xmlns:a16="http://schemas.microsoft.com/office/drawing/2014/main" id="{551A4A99-62C0-D6B9-4D08-23F1F7B14E84}"/>
              </a:ext>
            </a:extLst>
          </p:cNvPr>
          <p:cNvSpPr>
            <a:spLocks noGrp="1"/>
          </p:cNvSpPr>
          <p:nvPr>
            <p:ph idx="1"/>
          </p:nvPr>
        </p:nvSpPr>
        <p:spPr/>
        <p:txBody>
          <a:bodyPr/>
          <a:lstStyle/>
          <a:p>
            <a:r>
              <a:rPr lang="en-US" sz="2400" dirty="0"/>
              <a:t>Home Dashboard Module </a:t>
            </a:r>
          </a:p>
          <a:p>
            <a:r>
              <a:rPr lang="en-US" sz="2400" dirty="0"/>
              <a:t>AI Planner Module </a:t>
            </a:r>
          </a:p>
          <a:p>
            <a:r>
              <a:rPr lang="en-US" sz="2400" dirty="0"/>
              <a:t>Task Management Module </a:t>
            </a:r>
          </a:p>
          <a:p>
            <a:r>
              <a:rPr lang="en-US" sz="2400" dirty="0"/>
              <a:t>Notes Module </a:t>
            </a:r>
          </a:p>
          <a:p>
            <a:r>
              <a:rPr lang="en-US" sz="2400" dirty="0"/>
              <a:t>Progress Tracker Module</a:t>
            </a:r>
          </a:p>
          <a:p>
            <a:endParaRPr lang="en-IN" dirty="0"/>
          </a:p>
        </p:txBody>
      </p:sp>
    </p:spTree>
    <p:extLst>
      <p:ext uri="{BB962C8B-B14F-4D97-AF65-F5344CB8AC3E}">
        <p14:creationId xmlns:p14="http://schemas.microsoft.com/office/powerpoint/2010/main" val="1938928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32B57-B13A-B005-64F2-154AF1681E99}"/>
              </a:ext>
            </a:extLst>
          </p:cNvPr>
          <p:cNvSpPr>
            <a:spLocks noGrp="1"/>
          </p:cNvSpPr>
          <p:nvPr>
            <p:ph type="title"/>
          </p:nvPr>
        </p:nvSpPr>
        <p:spPr/>
        <p:txBody>
          <a:bodyPr/>
          <a:lstStyle/>
          <a:p>
            <a:r>
              <a:rPr lang="en-US" dirty="0"/>
              <a:t>Screenshots</a:t>
            </a:r>
            <a:endParaRPr lang="en-IN" dirty="0"/>
          </a:p>
        </p:txBody>
      </p:sp>
      <p:sp>
        <p:nvSpPr>
          <p:cNvPr id="3" name="Content Placeholder 2">
            <a:extLst>
              <a:ext uri="{FF2B5EF4-FFF2-40B4-BE49-F238E27FC236}">
                <a16:creationId xmlns:a16="http://schemas.microsoft.com/office/drawing/2014/main" id="{634C5681-4510-1EBB-3A75-AC0C5D1ABE03}"/>
              </a:ext>
            </a:extLst>
          </p:cNvPr>
          <p:cNvSpPr>
            <a:spLocks noGrp="1"/>
          </p:cNvSpPr>
          <p:nvPr>
            <p:ph idx="1"/>
          </p:nvPr>
        </p:nvSpPr>
        <p:spPr>
          <a:xfrm>
            <a:off x="838200" y="1510992"/>
            <a:ext cx="10515600" cy="5568234"/>
          </a:xfrm>
        </p:spPr>
        <p:txBody>
          <a:bodyPr/>
          <a:lstStyle/>
          <a:p>
            <a:r>
              <a:rPr lang="en-IN" dirty="0"/>
              <a:t>Home Page View                           Login/Signup</a:t>
            </a:r>
          </a:p>
          <a:p>
            <a:endParaRPr lang="en-IN" dirty="0"/>
          </a:p>
          <a:p>
            <a:endParaRPr lang="en-IN" dirty="0"/>
          </a:p>
          <a:p>
            <a:endParaRPr lang="en-IN" dirty="0"/>
          </a:p>
          <a:p>
            <a:endParaRPr lang="en-IN" dirty="0"/>
          </a:p>
          <a:p>
            <a:r>
              <a:rPr lang="en-IN" dirty="0"/>
              <a:t>Generate Plan                                  Progress                </a:t>
            </a:r>
          </a:p>
        </p:txBody>
      </p:sp>
      <p:pic>
        <p:nvPicPr>
          <p:cNvPr id="5" name="Picture 4">
            <a:extLst>
              <a:ext uri="{FF2B5EF4-FFF2-40B4-BE49-F238E27FC236}">
                <a16:creationId xmlns:a16="http://schemas.microsoft.com/office/drawing/2014/main" id="{CA735F01-F54D-5A61-BC66-0848E7C9E3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956" y="2053356"/>
            <a:ext cx="5490916" cy="1785734"/>
          </a:xfrm>
          <a:prstGeom prst="rect">
            <a:avLst/>
          </a:prstGeom>
        </p:spPr>
      </p:pic>
      <p:pic>
        <p:nvPicPr>
          <p:cNvPr id="7" name="Picture 6">
            <a:extLst>
              <a:ext uri="{FF2B5EF4-FFF2-40B4-BE49-F238E27FC236}">
                <a16:creationId xmlns:a16="http://schemas.microsoft.com/office/drawing/2014/main" id="{A6A92ADC-1EBB-0B4A-617F-3851D52F71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6628" y="2053355"/>
            <a:ext cx="5307353" cy="1785735"/>
          </a:xfrm>
          <a:prstGeom prst="rect">
            <a:avLst/>
          </a:prstGeom>
        </p:spPr>
      </p:pic>
      <p:pic>
        <p:nvPicPr>
          <p:cNvPr id="9" name="Picture 8">
            <a:extLst>
              <a:ext uri="{FF2B5EF4-FFF2-40B4-BE49-F238E27FC236}">
                <a16:creationId xmlns:a16="http://schemas.microsoft.com/office/drawing/2014/main" id="{2C81F347-7088-F34C-DE72-B2E8865C55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6956" y="4707142"/>
            <a:ext cx="4925960" cy="1785733"/>
          </a:xfrm>
          <a:prstGeom prst="rect">
            <a:avLst/>
          </a:prstGeom>
        </p:spPr>
      </p:pic>
      <p:pic>
        <p:nvPicPr>
          <p:cNvPr id="11" name="Picture 10">
            <a:extLst>
              <a:ext uri="{FF2B5EF4-FFF2-40B4-BE49-F238E27FC236}">
                <a16:creationId xmlns:a16="http://schemas.microsoft.com/office/drawing/2014/main" id="{0A3871FD-11BF-6598-A383-B49BB3B3BA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72463" y="4707140"/>
            <a:ext cx="5832811" cy="1785733"/>
          </a:xfrm>
          <a:prstGeom prst="rect">
            <a:avLst/>
          </a:prstGeom>
        </p:spPr>
      </p:pic>
    </p:spTree>
    <p:extLst>
      <p:ext uri="{BB962C8B-B14F-4D97-AF65-F5344CB8AC3E}">
        <p14:creationId xmlns:p14="http://schemas.microsoft.com/office/powerpoint/2010/main" val="3610792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4320C-E547-B7AB-A8BA-E8C20A77F6C2}"/>
              </a:ext>
            </a:extLst>
          </p:cNvPr>
          <p:cNvSpPr>
            <a:spLocks noGrp="1"/>
          </p:cNvSpPr>
          <p:nvPr>
            <p:ph type="title"/>
          </p:nvPr>
        </p:nvSpPr>
        <p:spPr/>
        <p:txBody>
          <a:bodyPr/>
          <a:lstStyle/>
          <a:p>
            <a:r>
              <a:rPr lang="en-US" b="1" dirty="0"/>
              <a:t>Advantages</a:t>
            </a:r>
            <a:endParaRPr lang="en-IN" dirty="0"/>
          </a:p>
        </p:txBody>
      </p:sp>
      <p:sp>
        <p:nvSpPr>
          <p:cNvPr id="3" name="Content Placeholder 2">
            <a:extLst>
              <a:ext uri="{FF2B5EF4-FFF2-40B4-BE49-F238E27FC236}">
                <a16:creationId xmlns:a16="http://schemas.microsoft.com/office/drawing/2014/main" id="{BE359405-B051-50D4-6CFF-A0047891353D}"/>
              </a:ext>
            </a:extLst>
          </p:cNvPr>
          <p:cNvSpPr>
            <a:spLocks noGrp="1"/>
          </p:cNvSpPr>
          <p:nvPr>
            <p:ph idx="1"/>
          </p:nvPr>
        </p:nvSpPr>
        <p:spPr/>
        <p:txBody>
          <a:bodyPr/>
          <a:lstStyle/>
          <a:p>
            <a:pPr marL="0" indent="0">
              <a:buNone/>
            </a:pPr>
            <a:endParaRPr lang="en-US" sz="2400" b="1" dirty="0"/>
          </a:p>
          <a:p>
            <a:r>
              <a:rPr lang="en-US" sz="2400" dirty="0"/>
              <a:t>Improves time management </a:t>
            </a:r>
          </a:p>
          <a:p>
            <a:r>
              <a:rPr lang="en-US" sz="2400" dirty="0"/>
              <a:t>Reduces manual planning effort </a:t>
            </a:r>
          </a:p>
          <a:p>
            <a:r>
              <a:rPr lang="en-US" sz="2400" dirty="0"/>
              <a:t>Increases productivity </a:t>
            </a:r>
          </a:p>
          <a:p>
            <a:r>
              <a:rPr lang="en-US" sz="2400" dirty="0"/>
              <a:t>Easy to use for students </a:t>
            </a:r>
          </a:p>
          <a:p>
            <a:r>
              <a:rPr lang="en-US" sz="2400" dirty="0"/>
              <a:t>Helps in exam preparation </a:t>
            </a:r>
          </a:p>
          <a:p>
            <a:r>
              <a:rPr lang="en-US" sz="2400" dirty="0"/>
              <a:t>Provides structured learning approach </a:t>
            </a:r>
          </a:p>
        </p:txBody>
      </p:sp>
    </p:spTree>
    <p:extLst>
      <p:ext uri="{BB962C8B-B14F-4D97-AF65-F5344CB8AC3E}">
        <p14:creationId xmlns:p14="http://schemas.microsoft.com/office/powerpoint/2010/main" val="4071805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01B30-8462-172A-9B06-E545AE74A396}"/>
              </a:ext>
            </a:extLst>
          </p:cNvPr>
          <p:cNvSpPr>
            <a:spLocks noGrp="1"/>
          </p:cNvSpPr>
          <p:nvPr>
            <p:ph type="title"/>
          </p:nvPr>
        </p:nvSpPr>
        <p:spPr/>
        <p:txBody>
          <a:bodyPr/>
          <a:lstStyle/>
          <a:p>
            <a:r>
              <a:rPr lang="en-US" dirty="0"/>
              <a:t>Limitations</a:t>
            </a:r>
            <a:endParaRPr lang="en-IN" dirty="0"/>
          </a:p>
        </p:txBody>
      </p:sp>
      <p:sp>
        <p:nvSpPr>
          <p:cNvPr id="3" name="Content Placeholder 2">
            <a:extLst>
              <a:ext uri="{FF2B5EF4-FFF2-40B4-BE49-F238E27FC236}">
                <a16:creationId xmlns:a16="http://schemas.microsoft.com/office/drawing/2014/main" id="{3A658780-9521-33B4-E366-E4FDB07C9A0A}"/>
              </a:ext>
            </a:extLst>
          </p:cNvPr>
          <p:cNvSpPr>
            <a:spLocks noGrp="1"/>
          </p:cNvSpPr>
          <p:nvPr>
            <p:ph idx="1"/>
          </p:nvPr>
        </p:nvSpPr>
        <p:spPr/>
        <p:txBody>
          <a:bodyPr/>
          <a:lstStyle/>
          <a:p>
            <a:r>
              <a:rPr lang="en-US" sz="2400" dirty="0"/>
              <a:t>Requires manual input of study data </a:t>
            </a:r>
          </a:p>
          <a:p>
            <a:r>
              <a:rPr lang="en-US" sz="2400" dirty="0"/>
              <a:t>Limited AI intelligence (rule-based system) </a:t>
            </a:r>
          </a:p>
          <a:p>
            <a:r>
              <a:rPr lang="en-US" sz="2400" dirty="0"/>
              <a:t>No real-time external integration (like calendar sync) </a:t>
            </a:r>
          </a:p>
          <a:p>
            <a:r>
              <a:rPr lang="en-US" sz="2400" dirty="0"/>
              <a:t>Depends on user consistency for accuracy </a:t>
            </a:r>
          </a:p>
          <a:p>
            <a:r>
              <a:rPr lang="en-US" sz="2400" dirty="0"/>
              <a:t>No advanced predictive learning feature</a:t>
            </a:r>
          </a:p>
          <a:p>
            <a:endParaRPr lang="en-IN" dirty="0"/>
          </a:p>
        </p:txBody>
      </p:sp>
    </p:spTree>
    <p:extLst>
      <p:ext uri="{BB962C8B-B14F-4D97-AF65-F5344CB8AC3E}">
        <p14:creationId xmlns:p14="http://schemas.microsoft.com/office/powerpoint/2010/main" val="191628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2F4EC-AE21-8F9A-D0DB-3266029F08A4}"/>
              </a:ext>
            </a:extLst>
          </p:cNvPr>
          <p:cNvSpPr>
            <a:spLocks noGrp="1"/>
          </p:cNvSpPr>
          <p:nvPr>
            <p:ph type="title"/>
          </p:nvPr>
        </p:nvSpPr>
        <p:spPr/>
        <p:txBody>
          <a:bodyPr/>
          <a:lstStyle/>
          <a:p>
            <a:r>
              <a:rPr lang="en-IN" b="1" dirty="0"/>
              <a:t>Future Enhancements</a:t>
            </a:r>
            <a:endParaRPr lang="en-IN" dirty="0"/>
          </a:p>
        </p:txBody>
      </p:sp>
      <p:sp>
        <p:nvSpPr>
          <p:cNvPr id="3" name="Content Placeholder 2">
            <a:extLst>
              <a:ext uri="{FF2B5EF4-FFF2-40B4-BE49-F238E27FC236}">
                <a16:creationId xmlns:a16="http://schemas.microsoft.com/office/drawing/2014/main" id="{E7623189-EEAF-2284-4E6B-0041CED393E7}"/>
              </a:ext>
            </a:extLst>
          </p:cNvPr>
          <p:cNvSpPr>
            <a:spLocks noGrp="1"/>
          </p:cNvSpPr>
          <p:nvPr>
            <p:ph idx="1"/>
          </p:nvPr>
        </p:nvSpPr>
        <p:spPr/>
        <p:txBody>
          <a:bodyPr/>
          <a:lstStyle/>
          <a:p>
            <a:r>
              <a:rPr lang="en-IN" sz="2400" dirty="0"/>
              <a:t>Integration with advanced AI models (like ChatGPT API) </a:t>
            </a:r>
          </a:p>
          <a:p>
            <a:r>
              <a:rPr lang="en-IN" sz="2400" dirty="0"/>
              <a:t>Mobile application version </a:t>
            </a:r>
          </a:p>
          <a:p>
            <a:r>
              <a:rPr lang="en-IN" sz="2400" dirty="0"/>
              <a:t>Cloud storage support </a:t>
            </a:r>
          </a:p>
          <a:p>
            <a:r>
              <a:rPr lang="en-IN" sz="2400" dirty="0"/>
              <a:t>Smart notifications and reminders </a:t>
            </a:r>
          </a:p>
          <a:p>
            <a:r>
              <a:rPr lang="en-IN" sz="2400" dirty="0"/>
              <a:t>Performance analytics using graphs </a:t>
            </a:r>
          </a:p>
          <a:p>
            <a:r>
              <a:rPr lang="en-IN" sz="2400" dirty="0"/>
              <a:t>Voice-based study planning system</a:t>
            </a:r>
          </a:p>
          <a:p>
            <a:endParaRPr lang="en-IN" dirty="0"/>
          </a:p>
        </p:txBody>
      </p:sp>
    </p:spTree>
    <p:extLst>
      <p:ext uri="{BB962C8B-B14F-4D97-AF65-F5344CB8AC3E}">
        <p14:creationId xmlns:p14="http://schemas.microsoft.com/office/powerpoint/2010/main" val="1669276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0B848-183F-958D-9B48-0D3A77D0F18A}"/>
              </a:ext>
            </a:extLst>
          </p:cNvPr>
          <p:cNvSpPr>
            <a:spLocks noGrp="1"/>
          </p:cNvSpPr>
          <p:nvPr>
            <p:ph type="title"/>
          </p:nvPr>
        </p:nvSpPr>
        <p:spPr/>
        <p:txBody>
          <a:bodyPr/>
          <a:lstStyle/>
          <a:p>
            <a:r>
              <a:rPr lang="en-US" b="1" dirty="0"/>
              <a:t>Conclusion</a:t>
            </a:r>
            <a:endParaRPr lang="en-IN" dirty="0"/>
          </a:p>
        </p:txBody>
      </p:sp>
      <p:sp>
        <p:nvSpPr>
          <p:cNvPr id="3" name="Content Placeholder 2">
            <a:extLst>
              <a:ext uri="{FF2B5EF4-FFF2-40B4-BE49-F238E27FC236}">
                <a16:creationId xmlns:a16="http://schemas.microsoft.com/office/drawing/2014/main" id="{3A2EAAEA-DBA8-C30E-4424-970B89B804FE}"/>
              </a:ext>
            </a:extLst>
          </p:cNvPr>
          <p:cNvSpPr>
            <a:spLocks noGrp="1"/>
          </p:cNvSpPr>
          <p:nvPr>
            <p:ph idx="1"/>
          </p:nvPr>
        </p:nvSpPr>
        <p:spPr/>
        <p:txBody>
          <a:bodyPr/>
          <a:lstStyle/>
          <a:p>
            <a:pPr marL="0" indent="0">
              <a:buNone/>
            </a:pPr>
            <a:r>
              <a:rPr lang="en-US" sz="2400" dirty="0"/>
              <a:t>The AI Powered Study Planner is an efficient system that helps students plan, organize, and track their studies effectively using intelligent scheduling techniques. It improves productivity, reduces confusion, and supports better academic performance.</a:t>
            </a:r>
          </a:p>
          <a:p>
            <a:endParaRPr lang="en-IN" dirty="0"/>
          </a:p>
        </p:txBody>
      </p:sp>
    </p:spTree>
    <p:extLst>
      <p:ext uri="{BB962C8B-B14F-4D97-AF65-F5344CB8AC3E}">
        <p14:creationId xmlns:p14="http://schemas.microsoft.com/office/powerpoint/2010/main" val="2199120209"/>
      </p:ext>
    </p:extLst>
  </p:cSld>
  <p:clrMapOvr>
    <a:masterClrMapping/>
  </p:clrMapOvr>
</p:sld>
</file>

<file path=ppt/theme/theme1.xml><?xml version="1.0" encoding="utf-8"?>
<a:theme xmlns:a="http://schemas.openxmlformats.org/drawingml/2006/main" name="GradientVTI">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docProps/app.xml><?xml version="1.0" encoding="utf-8"?>
<Properties xmlns="http://schemas.openxmlformats.org/officeDocument/2006/extended-properties" xmlns:vt="http://schemas.openxmlformats.org/officeDocument/2006/docPropsVTypes">
  <Template>Gradient</Template>
  <TotalTime>29</TotalTime>
  <Words>342</Words>
  <Application>Microsoft Office PowerPoint</Application>
  <PresentationFormat>Widescreen</PresentationFormat>
  <Paragraphs>75</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Univers</vt:lpstr>
      <vt:lpstr>GradientVTI</vt:lpstr>
      <vt:lpstr>AI Powered Study Planner</vt:lpstr>
      <vt:lpstr>Objective</vt:lpstr>
      <vt:lpstr>Introduction</vt:lpstr>
      <vt:lpstr>Features</vt:lpstr>
      <vt:lpstr>Working / Logic</vt:lpstr>
      <vt:lpstr>Technology Used</vt:lpstr>
      <vt:lpstr>Modules</vt:lpstr>
      <vt:lpstr>Screenshots</vt:lpstr>
      <vt:lpstr>Advantages</vt:lpstr>
      <vt:lpstr>Limitations</vt:lpstr>
      <vt:lpstr>Future Enhancements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nagalakshmikarri27@gmail.com</dc:creator>
  <cp:lastModifiedBy>nagalakshmikarri27@gmail.com</cp:lastModifiedBy>
  <cp:revision>1</cp:revision>
  <dcterms:created xsi:type="dcterms:W3CDTF">2026-04-28T00:38:53Z</dcterms:created>
  <dcterms:modified xsi:type="dcterms:W3CDTF">2026-04-28T01:08:13Z</dcterms:modified>
</cp:coreProperties>
</file>